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Hồ sơ quy trình mua sắm số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Mã hồ sơ là HS-2026-010.</a:t>
            </a:r>
          </a:p>
          <a:p>
            <a:pPr>
              <a:defRPr sz="1800"/>
            </a:pPr>
            <a:r>
              <a:t>Ngân sách được phê duyệt là 290 triệu đồng.</a:t>
            </a:r>
          </a:p>
          <a:p>
            <a:pPr>
              <a:defRPr sz="1800"/>
            </a:pPr>
            <a:r>
              <a:t>Hạn hoàn tất là ngày 14 tháng 11 năm 2026.</a:t>
            </a:r>
          </a:p>
          <a:p>
            <a:pPr>
              <a:defRPr sz="1800"/>
            </a:pPr>
            <a:r>
              <a:t>Đơn vị phụ trách là Ban Quản lý dự án (BQLDA).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Hồ sơ quy trình mua sắm số 10</dc:title>
  <dc:subject/>
  <dc:creator>Markhand synthetic corpus</dc:creator>
  <cp:keywords/>
  <dc:description>generated using python-pptx</dc:description>
  <cp:lastModifiedBy>Steve Canny</cp:lastModifiedBy>
  <cp:revision>1</cp:revision>
  <dcterms:created xsi:type="dcterms:W3CDTF">2026-06-30T00:00:00Z</dcterms:created>
  <dcterms:modified xsi:type="dcterms:W3CDTF">2026-06-30T00:00:00Z</dcterms:modified>
  <cp:category/>
</cp:coreProperties>
</file>
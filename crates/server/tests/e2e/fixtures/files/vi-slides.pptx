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</Relationships>
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</p:sldIdLst>
</p:presentation>
</file>

<file path=ppt/_rels/presentation.xml.rels><?xml version="1.0" encoding="UTF-8"?>
<Relationships xmlns="http://schemas.openxmlformats.org/package/2006/relationships">
  <Relationship Id="rId1" Type="http://schemas.openxmlformats.org/officeDocument/2006/relationships/slide" Target="slides/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/>
        <p:txBody>
          <a:bodyPr/>
          <a:lstStyle/>
          <a:p>
            <a:r>
              <a:t>Tài liệu tổng hợp Markhand E2E. Mã truy vết MAHOA_E2E_PPTX_B77C. Nội dung tiếng Việt có dấu: Đắk Lắk, Nghệ An, Hải Phòng. Ưu tiên độ chính xác nội dung hơn giữ định dạng tuyệt đối.</a:t>
            </a:r>
          </a:p>
        </p:txBody>
      </p:sp>
    </p:spTree>
  </p:cSld>
</p:sld>
</file>